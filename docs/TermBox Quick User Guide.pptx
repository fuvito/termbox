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53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F8A4-2170-3DDD-5F88-BD17EB661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D7069-48EE-F338-BBAD-2EAD08CFB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B0A20-4912-DFD3-E706-DCADE20A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3318B-ADDB-E388-AC6D-A58AE029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28780-05B6-3140-16C8-5D7935F8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7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5C28-7E60-FAC9-B287-CA13DFF6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1233-E7F7-E0F2-5178-73D2EE796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24714-C5DF-6741-9ACA-106C8984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5D975-6878-5C50-52F8-77044FC9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9B855-F2FA-E335-5107-5C0652B0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7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7EB8-A744-DECA-B6A5-B295F56B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B4745-E183-37C8-87D8-7D9190A53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FCF25-467A-CDD9-275C-F2D0E0563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90FC9-4949-3962-9691-0000E2F3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882C-3433-AA0A-46C1-669E39E4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82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4BB1-7499-06C3-0FEA-DBC2561D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4EC5A-4328-02F6-EABD-229DFD608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12E8E-9CDF-9037-EAFE-A7F6261D8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7FD3C-42C7-562D-EEE9-266D2BCE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31D4D-B025-EE7D-2F9C-DD1FED1F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70F4A-1863-3905-EAD3-05DC1AC6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5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DC1C-60C9-74E1-BECF-52B617BCF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B9A21-AAE6-7083-7489-4315EBDF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3E508-6DCA-66C8-C295-8B970CADE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128A9-4F6C-72DA-B403-91942637E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7D5B3-E17D-A39B-9955-E9E2AEDF7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5E555-C0DD-B36F-9DF5-295FA7A9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36E5BF-E229-7B5F-A07E-83096ED39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7DE74-C150-3E5C-D427-42B195DE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5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B16D-B52C-CA7F-A3A8-7A5F6DA1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6BAA4-8A45-100F-590B-A690FB4F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89753-A2AB-6F3E-AFAE-CAB602B4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5DEB3-CAE6-5E0D-2384-7A96A8C6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6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85AFE-FB64-E934-6721-D4D27E5C3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85ABD-6FC2-CCF8-A6F4-3CC1586B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B493D-5912-A1A5-C8BE-2EB244EF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7027-58D2-BE8E-0736-F7A5FA06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49F4-2A3C-FA00-19B7-6DE6AFDF7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19BF0-E40A-6E45-B048-5443D8219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4B862-B15E-C265-90F0-2C5EDE3F7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C1109-0FE3-291B-9318-3C0B7A53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F9DEB-7825-E704-460D-02DE0DB2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6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083DE-42BB-4260-3D52-DAAE2F87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9EA2F6-5F56-5714-AC6F-008FFB968F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8D72B-C677-861E-E84C-7B70AAD87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CAC2F-2947-10AA-51E0-597E50A9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2DC66-D0E1-5C63-D64D-799F082C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4ED08-D8F8-1274-A2E4-A3F1444E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01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FB5D-7A97-796C-0D8F-6AC8EE44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79404-44F5-A803-C642-304EE379E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CF58-B035-7354-B9D3-DD851F95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DE106-B097-25A9-FB77-A07347B7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7181C-6AC7-7861-105E-F49D1910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81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6477D9-69C5-278F-0D5F-16FE80C07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9AE56-39D8-BAF0-4F0D-B38B678A7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EF836-194A-B681-2507-13CA746C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EA70-B610-F82C-94D8-224D1A34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98AC6-A4BB-6C5C-BD16-278A8005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7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11F36-3661-A4D7-6EAC-1802DA6F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0B8F6-DE76-4F14-671E-FA306E3D8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FF252-C3A2-D403-A643-7DB75AB7C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0C85A-7902-4661-87B8-2BC3505F942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7E409-4C71-165B-2616-56BBDD0AD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BA009-38E0-F2FF-5E00-C8387464D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66A9A-A0A0-4E92-8358-DDA78675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2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mewebstore.google.com/search/termbo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B67254-22E3-B3B0-C30D-38D292CBD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462" y="246079"/>
            <a:ext cx="7837075" cy="5621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FE4141-B5E6-E920-A2C3-700D11EABA7A}"/>
              </a:ext>
            </a:extLst>
          </p:cNvPr>
          <p:cNvSpPr txBox="1"/>
          <p:nvPr/>
        </p:nvSpPr>
        <p:spPr>
          <a:xfrm>
            <a:off x="2120900" y="6100233"/>
            <a:ext cx="789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install </a:t>
            </a:r>
            <a:r>
              <a:rPr lang="en-US" dirty="0" err="1"/>
              <a:t>TermBox</a:t>
            </a:r>
            <a:r>
              <a:rPr lang="en-US" dirty="0"/>
              <a:t> go to link </a:t>
            </a:r>
            <a:r>
              <a:rPr lang="en-US" dirty="0">
                <a:hlinkClick r:id="rId3"/>
              </a:rPr>
              <a:t>https://chromewebstore.google.com/search/termbox</a:t>
            </a:r>
            <a:r>
              <a:rPr lang="en-US" dirty="0"/>
              <a:t> and click on install</a:t>
            </a:r>
          </a:p>
        </p:txBody>
      </p:sp>
    </p:spTree>
    <p:extLst>
      <p:ext uri="{BB962C8B-B14F-4D97-AF65-F5344CB8AC3E}">
        <p14:creationId xmlns:p14="http://schemas.microsoft.com/office/powerpoint/2010/main" val="34265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4FF8-B58B-A54A-BED2-102EDA78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A4D545-CA34-1EC3-A03A-F097887AF5CA}"/>
              </a:ext>
            </a:extLst>
          </p:cNvPr>
          <p:cNvSpPr txBox="1"/>
          <p:nvPr/>
        </p:nvSpPr>
        <p:spPr>
          <a:xfrm>
            <a:off x="2120900" y="6100233"/>
            <a:ext cx="789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installation </a:t>
            </a:r>
            <a:r>
              <a:rPr lang="en-US" dirty="0" err="1"/>
              <a:t>TermBox</a:t>
            </a:r>
            <a:r>
              <a:rPr lang="en-US" dirty="0"/>
              <a:t> icon will appear in the Extensions toolbar, click on 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29DD8-A551-EDF8-D0F5-EA7F7781D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90" y="3142611"/>
            <a:ext cx="7698210" cy="72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9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0D8-354B-B33C-805F-D3057751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A40185-25C5-FB7E-A141-180754C69303}"/>
              </a:ext>
            </a:extLst>
          </p:cNvPr>
          <p:cNvSpPr txBox="1"/>
          <p:nvPr/>
        </p:nvSpPr>
        <p:spPr>
          <a:xfrm>
            <a:off x="2120900" y="6100233"/>
            <a:ext cx="789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time you open it, there might be no source loaded, click on the Manage Sources button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4B2E77-9399-6AF5-A689-5F83C27E0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65" y="243345"/>
            <a:ext cx="6814635" cy="537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4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8A83-7A85-01D0-B74B-1DA52F20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FE4FF0-069C-7CAE-F516-CE7A5D884212}"/>
              </a:ext>
            </a:extLst>
          </p:cNvPr>
          <p:cNvSpPr txBox="1"/>
          <p:nvPr/>
        </p:nvSpPr>
        <p:spPr>
          <a:xfrm>
            <a:off x="2120900" y="6100233"/>
            <a:ext cx="789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Manage Sources screen, you can load a new file or you can choose a source file to 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78CCBB-F6B0-24CF-1F84-0CCBDC2D0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082" y="349179"/>
            <a:ext cx="6814635" cy="537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3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6AFF-539C-8C36-D7EF-07A74999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751DED-693F-027D-0A0E-309643382C40}"/>
              </a:ext>
            </a:extLst>
          </p:cNvPr>
          <p:cNvSpPr txBox="1"/>
          <p:nvPr/>
        </p:nvSpPr>
        <p:spPr>
          <a:xfrm>
            <a:off x="2120900" y="6100233"/>
            <a:ext cx="789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search for terms (acronyms) by term or </a:t>
            </a:r>
            <a:r>
              <a:rPr lang="en-US" dirty="0" err="1"/>
              <a:t>definiton</a:t>
            </a:r>
            <a:r>
              <a:rPr lang="en-US" dirty="0"/>
              <a:t>, by entering a text and clicking on the search button, results will display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1A766-61B8-351A-D4B4-7819BD719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067" y="289507"/>
            <a:ext cx="6815666" cy="537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0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C34D8-C9FC-42B1-23C4-B6F597B4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67880DD-921C-79DA-0E62-F6BD85026A30}"/>
              </a:ext>
            </a:extLst>
          </p:cNvPr>
          <p:cNvSpPr txBox="1"/>
          <p:nvPr/>
        </p:nvSpPr>
        <p:spPr>
          <a:xfrm>
            <a:off x="2120900" y="6100233"/>
            <a:ext cx="789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your convenience you can change font size, </a:t>
            </a:r>
            <a:r>
              <a:rPr lang="en-US"/>
              <a:t>and toggle </a:t>
            </a:r>
            <a:r>
              <a:rPr lang="en-US" dirty="0"/>
              <a:t>dark / light mode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C00EF-A749-794B-9004-BDC1221D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00" y="382640"/>
            <a:ext cx="6815666" cy="537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76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117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Fuat YAZAR</dc:creator>
  <cp:lastModifiedBy>Fuat YAZAR</cp:lastModifiedBy>
  <cp:revision>1</cp:revision>
  <dcterms:created xsi:type="dcterms:W3CDTF">2026-10-22T03:45:46Z</dcterms:created>
  <dcterms:modified xsi:type="dcterms:W3CDTF">2026-10-22T03:56:01Z</dcterms:modified>
</cp:coreProperties>
</file>